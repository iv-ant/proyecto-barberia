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72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Buenos días/tardes. Mi proyecto se llama BarberHub, una aplicación móvil para centralizar la gestión de barberías. En los próximos minutos explicaré el problema, la solución, la arquitectura, las evidencias y la proyección hacia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problema no es solamente agendar una hora. También existe dificultad para administrar barberos, servicios, pagos, reseñas e ingresos. BarberHub busca reunir esa información en un solo lugar y hacerla más fácil de consultar.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solución está organizada por roles. El cliente necesita reservar y consultar; el barbero necesita operar su agenda; y el propietario necesita administrar el negocio. Esta separación hace que cada usuario vea funciones relevantes para su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estas evidencias se observa la experiencia del cliente: consulta los servicios con sus precios, revisa sus citas y puede consultar reseñas verificadas. La interfaz busca que la información principal esté visible sin depender de conversaciones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el barbero, la prioridad es controlar su agenda. Puede confirmar o rechazar solicitudes, definir los días en que atiende y consultar las reseñas que recibe. Esto reduce la dependencia de la gestión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propietario obtiene una visión más completa: administra el catálogo, el equipo, el perfil de la barbería y los reportes. El código QR puede servir como punto de entrada para que un cliente consulte la información del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arquitectura actual utiliza MVVM. La interfaz muestra la información, el ViewModel administra el estado, el Repository abstrae el acceso a datos y Room conserva la información local. Esta separación evita mezclar la interfaz con la lógica y facilita una futura conexión a la nube.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flujo muestra la regla principal del negocio. Una cita debe validar disponibilidad, pasar por confirmación, registrar el pago y marcarse como completada antes de habilitar una reseña. Esto protege la calidad de la información y evita reseñas sin servicio realizado.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 importante diferenciar lo implementado de lo proyectado. El prototipo actual demuestra la aplicación móvil y la persistencia local. Para una operación multiusuario, la evolución sería integrar autenticación, una API, base de datos remota, almacenamiento y notificaciones. La arquitectura actual facilita ese cambio.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repositorio no es solamente un lugar para guardar código. También contiene la documentación técnica, los diagramas, las evidencias y la presentación. El uso de Git permite registrar avances y volver a versiones estables.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 conclusión, BarberHub responde a un problema concreto mediante una aplicación organizada por roles y una arquitectura modular. El prototipo demuestra la base funcional y deja definida una ruta clara hacia la nube. Gracias por su atención. Quedo atento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400" b="1">
                <a:solidFill>
                  <a:srgbClr val="FFA600"/>
                </a:solidFill>
                <a:latin typeface="Aptos"/>
              </a:rPr>
              <a:t>BARBERHUB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F5F7FA"/>
                </a:solidFill>
                <a:latin typeface="Aptos"/>
              </a:rPr>
              <a:t>Gestión inteligente de citas y operación para barberías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88036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AEBBCF"/>
                </a:solidFill>
                <a:latin typeface="Aptos"/>
              </a:rPr>
              <a:t>Taller ABP · Sustentación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9601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Ivan David Galeano Salgado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97680"/>
            <a:ext cx="9601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AEBBCF"/>
                </a:solidFill>
                <a:latin typeface="Aptos"/>
              </a:rPr>
              <a:t>Diseño de Aplicaciones Móviles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806440"/>
            <a:ext cx="9601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A600"/>
                </a:solidFill>
                <a:latin typeface="Aptos"/>
              </a:rPr>
              <a:t>Repositorio: github.com/IV-Ant/Proyecto-Barberia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1. Problema y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Una necesidad real de organización y atención al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29768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490118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Situación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4901183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Las barberías suelen gestionar sus citas mediante llamadas, mensajes y atención presencial. Esto dispersa la información y dificulta conocer la disponibilidad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429768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581912"/>
            <a:ext cx="490118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Consecuencias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84248"/>
            <a:ext cx="4901183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Citas duplicadas o perdidas
• Ausencias y cancelaciones
• Poco control sobre clientes e ingresos
• Dificultad para administrar barberos y servicios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Pregunta: ¿Cómo puede una aplicación móvil mejorar la gestión de citas y la eficiencia operativa?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2. Propuesta de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Una aplicación móvil con tres perspectivas de usuario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74720" cy="448056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723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08FFF"/>
                </a:solidFill>
                <a:latin typeface="Aptos"/>
              </a:rPr>
              <a:t>Cliente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7"/>
            <a:ext cx="3072384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Consulta la barbería, servicios, precios y barberos. Puede revisar sus citas y consultar reseñas verificadas.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74720" cy="448056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90472"/>
            <a:ext cx="30723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Barbero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92807"/>
            <a:ext cx="3072384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Gestiona agenda, disponibilidad, citas pendientes, citas completadas y métricas de reseñas.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5864" y="1325880"/>
            <a:ext cx="3474720" cy="448056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2" y="1490472"/>
            <a:ext cx="307238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7C28E"/>
                </a:solidFill>
                <a:latin typeface="Aptos"/>
              </a:rPr>
              <a:t>Propietario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1892807"/>
            <a:ext cx="3072384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Administra servicios, equipo de trabajo, código QR del local y reportes de ingresos.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3. Evidencias: experiencia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Consulta de servicios, citas y reseñas</a:t>
            </a:r>
          </a:p>
        </p:txBody>
      </p:sp>
      <p:pic>
        <p:nvPicPr>
          <p:cNvPr id="5" name="Picture 4" descr="cliente-servicios-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94" y="1234440"/>
            <a:ext cx="2540450" cy="5166360"/>
          </a:xfrm>
          <a:prstGeom prst="rect">
            <a:avLst/>
          </a:prstGeom>
        </p:spPr>
      </p:pic>
      <p:pic>
        <p:nvPicPr>
          <p:cNvPr id="6" name="Picture 5" descr="cliente-citas-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385" y="1234440"/>
            <a:ext cx="2362428" cy="5166360"/>
          </a:xfrm>
          <a:prstGeom prst="rect">
            <a:avLst/>
          </a:prstGeom>
        </p:spPr>
      </p:pic>
      <p:pic>
        <p:nvPicPr>
          <p:cNvPr id="7" name="Picture 6" descr="Cliente-resena-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443" y="1234440"/>
            <a:ext cx="2384473" cy="5166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72600" y="1417320"/>
            <a:ext cx="2240280" cy="411480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73768" y="1581912"/>
            <a:ext cx="1837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Flujo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8" y="1984248"/>
            <a:ext cx="1837944" cy="3429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Ver servicios
• Consultar precios
• Revisar citas
• Consultar reseñas
• Validar confianza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4. Evidencias: operación del barbero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Agenda, disponibilidad y reputación</a:t>
            </a:r>
          </a:p>
        </p:txBody>
      </p:sp>
      <p:pic>
        <p:nvPicPr>
          <p:cNvPr id="5" name="Picture 4" descr="barbero-agenda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131" y="1234440"/>
            <a:ext cx="2454776" cy="5166360"/>
          </a:xfrm>
          <a:prstGeom prst="rect">
            <a:avLst/>
          </a:prstGeom>
        </p:spPr>
      </p:pic>
      <p:pic>
        <p:nvPicPr>
          <p:cNvPr id="6" name="Picture 5" descr="barbero-disponibilidad-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675" y="1234440"/>
            <a:ext cx="2567849" cy="5166360"/>
          </a:xfrm>
          <a:prstGeom prst="rect">
            <a:avLst/>
          </a:prstGeom>
        </p:spPr>
      </p:pic>
      <p:pic>
        <p:nvPicPr>
          <p:cNvPr id="7" name="Picture 6" descr="barbero-resenas-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324" y="1234440"/>
            <a:ext cx="2562711" cy="5166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72600" y="1417320"/>
            <a:ext cx="2240280" cy="411480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73768" y="1581912"/>
            <a:ext cx="1837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Gestión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73768" y="1984248"/>
            <a:ext cx="1837944" cy="3429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Confirmar citas
• Rechazar solicitudes
• Definir disponibilidad
• Consultar métricas
• Revisar opiniones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5. Evidencias: administración del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Servicios, equipo, QR y reportes</a:t>
            </a:r>
          </a:p>
        </p:txBody>
      </p:sp>
      <p:pic>
        <p:nvPicPr>
          <p:cNvPr id="5" name="Picture 4" descr="dueno-servici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96686"/>
            <a:ext cx="2148840" cy="4841866"/>
          </a:xfrm>
          <a:prstGeom prst="rect">
            <a:avLst/>
          </a:prstGeom>
        </p:spPr>
      </p:pic>
      <p:pic>
        <p:nvPicPr>
          <p:cNvPr id="6" name="Picture 5" descr="dueno-equipo-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525124"/>
            <a:ext cx="2148840" cy="4584990"/>
          </a:xfrm>
          <a:prstGeom prst="rect">
            <a:avLst/>
          </a:prstGeom>
        </p:spPr>
      </p:pic>
      <p:pic>
        <p:nvPicPr>
          <p:cNvPr id="7" name="Picture 6" descr="dueno-local-qr-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588924"/>
            <a:ext cx="2148840" cy="4457391"/>
          </a:xfrm>
          <a:prstGeom prst="rect">
            <a:avLst/>
          </a:prstGeom>
        </p:spPr>
      </p:pic>
      <p:pic>
        <p:nvPicPr>
          <p:cNvPr id="8" name="Picture 7" descr="dueno-reportes-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1494024"/>
            <a:ext cx="2148840" cy="46471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09760" y="1417320"/>
            <a:ext cx="2240280" cy="411480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0928" y="1581912"/>
            <a:ext cx="1837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7C28E"/>
                </a:solidFill>
                <a:latin typeface="Aptos"/>
              </a:rPr>
              <a:t>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928" y="1984248"/>
            <a:ext cx="1837944" cy="3429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Catálogo de precios
• Equipo y modalidades
• Perfil y QR del local
• Ingresos y estados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6. Arquitectura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Separación de responsabilidades con MVVM</a:t>
            </a:r>
          </a:p>
        </p:txBody>
      </p:sp>
      <p:pic>
        <p:nvPicPr>
          <p:cNvPr id="5" name="Picture 4" descr="diagrama-general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23" y="1234440"/>
            <a:ext cx="4346753" cy="5212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417320"/>
            <a:ext cx="4023360" cy="448056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581912"/>
            <a:ext cx="36210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08FFF"/>
                </a:solidFill>
                <a:latin typeface="Aptos"/>
              </a:rPr>
              <a:t>Decisión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84248"/>
            <a:ext cx="3621024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Kotlin para Android nativo
• Jetpack Compose para UI
• ViewModel para estado
• Repository para abstraer datos
• Room/SQLite para persistencia local
La separación permite evolucionar hacia servicios remotos.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7. Flujo funcional de una cita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Del descubrimiento del servicio a la reseña</a:t>
            </a:r>
          </a:p>
        </p:txBody>
      </p:sp>
      <p:pic>
        <p:nvPicPr>
          <p:cNvPr id="5" name="Picture 4" descr="diagrama-flujo-citas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19" y="1143000"/>
            <a:ext cx="3761801" cy="5440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417320"/>
            <a:ext cx="3566160" cy="448056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93608" y="1581912"/>
            <a:ext cx="316382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Reglas de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93608" y="1984248"/>
            <a:ext cx="3163824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1. Seleccionar servicio y horario
2. Validar disponibilidad
3. Crear solicitud
4. Confirmar por el barbero
5. Registrar pago
6. Completar cita
7. Habilitar reseña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8. Evolución hacia la nube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Del prototipo local a una solución multiusuario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43484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302666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7C28E"/>
                </a:solidFill>
                <a:latin typeface="Aptos"/>
              </a:rPr>
              <a:t>Autenticación y notificaciones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7"/>
            <a:ext cx="3026664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Firebase Authentication para usuarios y Firebase Cloud Messaging para confirmaciones y recordatorios.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43484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490472"/>
            <a:ext cx="302666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Datos y archivos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92807"/>
            <a:ext cx="3026664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API backend para reglas de negocio, PostgreSQL/MySQL para datos y Firebase Storage para comprobantes e imágenes.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29000" cy="443484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490472"/>
            <a:ext cx="302666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08FFF"/>
                </a:solidFill>
                <a:latin typeface="Aptos"/>
              </a:rPr>
              <a:t>Beneficio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92807"/>
            <a:ext cx="3026664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Sincronización entre dispositivos, disponibilidad compartida, mayor escalabilidad y soporte para operación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AEBBCF"/>
                </a:solidFill>
                <a:latin typeface="Aptos"/>
              </a:rPr>
              <a:t>Nota: estos servicios corresponden a la evolución propuesta; el prototipo actual demuestra la base móvil y la persistencia local.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9. Buenas prácticas y repositorio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Código, documentación y material técnico en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43484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8097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08FFF"/>
                </a:solidFill>
                <a:latin typeface="Aptos"/>
              </a:rPr>
              <a:t>Ingeniería aplicada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7"/>
            <a:ext cx="4809744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dirty="0">
                <a:solidFill>
                  <a:srgbClr val="F5F7FA"/>
                </a:solidFill>
                <a:latin typeface="Aptos"/>
              </a:rPr>
              <a:t>•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Arquitectura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MVVM
•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Separación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por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capas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
• DAO y Repository
•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ViewModel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para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estado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
•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Componentes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reutilizables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
• Git para control de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versiones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
• .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gitignore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para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proteger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ptos"/>
              </a:rPr>
              <a:t>archivos</a:t>
            </a:r>
            <a:r>
              <a:rPr sz="1200" b="0" dirty="0">
                <a:solidFill>
                  <a:srgbClr val="F5F7FA"/>
                </a:solidFill>
                <a:latin typeface="Aptos"/>
              </a:rPr>
              <a:t> locales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03520" cy="443484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73368" y="1490472"/>
            <a:ext cx="490118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Estructura de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892807"/>
            <a:ext cx="4901183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• Código fuente completo
• README.md técnico
• docs/arquitectura
• docs/evidencias
• docs/presentacion
• Diagramas del sistema
• Presentación de sustentación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A600"/>
                </a:solidFill>
                <a:latin typeface="Aptos"/>
              </a:rPr>
              <a:t>Repositorio público: https://github.com/IV-Ant/Proyecto-Barberia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10.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AEBBCF"/>
                </a:solidFill>
                <a:latin typeface="Aptos"/>
              </a:rPr>
              <a:t>Una base funcional para digitalizar la operación de una barbería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38912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2980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FA600"/>
                </a:solidFill>
                <a:latin typeface="Aptos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2980944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La gestión dispersa genera pérdida de información, cruces y poca visibilidad.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71600"/>
            <a:ext cx="3383280" cy="438912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36192"/>
            <a:ext cx="2980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7C28E"/>
                </a:solidFill>
                <a:latin typeface="Aptos"/>
              </a:rPr>
              <a:t>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1938528"/>
            <a:ext cx="2980944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BarberHub centraliza roles, servicios, citas, agenda, reseñas y reportes.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371600"/>
            <a:ext cx="3383280" cy="4389120"/>
          </a:xfrm>
          <a:prstGeom prst="roundRect">
            <a:avLst/>
          </a:prstGeom>
          <a:solidFill>
            <a:srgbClr val="16233E"/>
          </a:solidFill>
          <a:ln>
            <a:solidFill>
              <a:srgbClr val="2B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536192"/>
            <a:ext cx="2980944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08FFF"/>
                </a:solidFill>
                <a:latin typeface="Aptos"/>
              </a:rPr>
              <a:t>Proyección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938528"/>
            <a:ext cx="2980944" cy="3703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5F7FA"/>
                </a:solidFill>
                <a:latin typeface="Aptos"/>
              </a:rPr>
              <a:t>La arquitectura está preparada para evolucionar hacia autenticación, sincronización y servicios cloud.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  <a:latin typeface="Aptos"/>
              </a:rPr>
              <a:t>Gracias
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1127</Words>
  <Application>Microsoft Office PowerPoint</Application>
  <PresentationFormat>Panorámica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David Galeano Salgado</dc:creator>
  <cp:keywords/>
  <dc:description>generated using python-pptx</dc:description>
  <cp:lastModifiedBy>Ivan David Galeano Salgado</cp:lastModifiedBy>
  <cp:revision>1</cp:revision>
  <dcterms:created xsi:type="dcterms:W3CDTF">2013-01-27T09:14:16Z</dcterms:created>
  <dcterms:modified xsi:type="dcterms:W3CDTF">2026-09-02T01:15:38Z</dcterms:modified>
  <cp:category/>
</cp:coreProperties>
</file>